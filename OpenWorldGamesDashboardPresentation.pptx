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Open World Games Analysis — Excel Dashboard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An Interactive Excel-Based Analytics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 /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Problem:</a:t>
            </a:r>
          </a:p>
          <a:p>
            <a:r>
              <a:t>- No unified analytics for open world game trends.</a:t>
            </a:r>
          </a:p>
          <a:p/>
          <a:p>
            <a:r>
              <a:t>Objective:</a:t>
            </a:r>
          </a:p>
          <a:p>
            <a:r>
              <a:t>- Build an interactive Excel dashboard using slicers, timeline, and pivot charts.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Size: ~10,000 rows</a:t>
            </a:r>
          </a:p>
          <a:p>
            <a:r>
              <a:t>• Years: 2000–2024</a:t>
            </a:r>
          </a:p>
          <a:p>
            <a:r>
              <a:t>• Includes: Game, Genre, Platform, Developer, Rating, Release Date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Cleaning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Removed duplicates</a:t>
            </a:r>
          </a:p>
          <a:p>
            <a:r>
              <a:t>• Standardized genre/developer names</a:t>
            </a:r>
          </a:p>
          <a:p>
            <a:r>
              <a:t>• Converted Release Year to Release Date</a:t>
            </a:r>
          </a:p>
          <a:p>
            <a:r>
              <a:t>• Ensured numeric formatting</a:t>
            </a:r>
          </a:p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Pivot Tables:</a:t>
            </a:r>
          </a:p>
          <a:p>
            <a:r>
              <a:t>1. Game Count by Genre</a:t>
            </a:r>
          </a:p>
          <a:p>
            <a:r>
              <a:t>2. Games by Developer</a:t>
            </a:r>
          </a:p>
          <a:p>
            <a:r>
              <a:t>3. Games Over Time</a:t>
            </a:r>
          </a:p>
          <a:p>
            <a:r>
              <a:t>4. Avg Review Scores</a:t>
            </a:r>
          </a:p>
          <a:p>
            <a:r>
              <a:t>5. Platform Popularity</a:t>
            </a:r>
          </a:p>
          <a:p>
            <a:r>
              <a:t>6. Top Developers by Rating</a:t>
            </a:r>
          </a:p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 Overview</a:t>
            </a:r>
          </a:p>
        </p:txBody>
      </p:sp>
      <p:pic>
        <p:nvPicPr>
          <p:cNvPr id="3" name="Picture 2" descr="Excel 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7887492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Action Adventure &amp; RPG dominate</a:t>
            </a:r>
          </a:p>
          <a:p>
            <a:r>
              <a:t>• PC &amp; PlayStation lead platforms</a:t>
            </a:r>
          </a:p>
          <a:p>
            <a:r>
              <a:t>• Rockstar &amp; Ubisoft strong performers</a:t>
            </a:r>
          </a:p>
          <a:p>
            <a:r>
              <a:t>• Scores mostly 7–9</a:t>
            </a:r>
          </a:p>
          <a:p>
            <a:r>
              <a:t>• Release spikes in 2011, 2018, 2020</a:t>
            </a:r>
          </a:p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Dashboard reveals meaningful gaming trends.</a:t>
            </a:r>
          </a:p>
          <a:p>
            <a:r>
              <a:t>• Strong display of Excel analytics skills.</a:t>
            </a:r>
          </a:p>
          <a:p>
            <a:r>
              <a:t>• Good portfolio project.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